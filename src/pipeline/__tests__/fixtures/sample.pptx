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t>The Future of Renewable Energy</a:t>
          </a:p>
        </p:txBody>
      </p:sp>
      <p:sp>
        <p:txBody>
          <a:p>
            <a:t>An overview of solar, wind, and hydroelectric power</a:t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t>Solar Energy</a:t>
          </a:p>
          <a:p>
            <a:t>Solar power has become the cheapest source of electricity in many regions.</a:t>
          </a:p>
          <a:p>
            <a:t>Photovoltaic technology continues to improve in efficiency and decrease in cost.</a:t>
          </a:p>
        </p:txBody>
      </p:sp>
    </p:spTree>
  </p:cSld>
</p:sld>
</file>